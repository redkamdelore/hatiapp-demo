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4572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v 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HatiApp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18CF8"/>
                </a:solidFill>
              </a:rPr>
              <a:t>Система управления волонтёрскими сменами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011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3756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53872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3756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Офлайн — без интернета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29000" y="333756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11880" y="3538728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3048" y="333756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Открывается в браузере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33756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5387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333756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Запуск двойным кликом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Работает в локальной сети WiFi  ·  Python FastAPI  ·  SQLite  ·  Tailwind CSS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 проекте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Зачем нужен?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" y="1627632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27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" y="15910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Волонтёры записываются на смены прямо со своих телефонов в реальном времени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" y="2267712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2231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Организатор видит кто и куда записался — без Excel-таблиц и мессенджеров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907792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907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Лидеры отмечают явку по QR-коду прямо на месте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547872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Все данные хранятся локально — никаких утечек, никаких платежей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9144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914400"/>
            <a:ext cx="196596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8968" y="1115568"/>
            <a:ext cx="457200" cy="4572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1572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709160" y="2084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Ролей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91440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91440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808" y="1115568"/>
            <a:ext cx="457200" cy="457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1572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858000" y="2084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Цветовых тем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69748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697480"/>
            <a:ext cx="19659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58968" y="2898648"/>
            <a:ext cx="457200" cy="4572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5896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∞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09160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4709160" y="38679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Волонтёров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0" y="269748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0" y="2697480"/>
            <a:ext cx="1965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07808" y="2898648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0780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★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58000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0₽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858000" y="38679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Стоимость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HatiApp  ·  О проекте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Запуск за 3 шага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Никаких настроек — просто запустил и работаешь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329184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06040" cy="68580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887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Запусти start.bat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2450592"/>
            <a:ext cx="45720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32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Двойной клик на ноутбуке организатора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953512"/>
            <a:ext cx="45720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Сервер стартует автоматически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3456432"/>
            <a:ext cx="45720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38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В консоли появляются QR-коды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23774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46E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606040" cy="329184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43000"/>
            <a:ext cx="260604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11887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337560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Подключись к WiFi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64992" y="2450592"/>
            <a:ext cx="4572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432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Сканируй QR или введи пароль вручную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64992" y="2953512"/>
            <a:ext cx="4572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Название сети и пароль видны в консоли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3456432"/>
            <a:ext cx="4572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438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Любой телефон, любой браузер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23774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35040" y="1143000"/>
            <a:ext cx="2606040" cy="329184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143000"/>
            <a:ext cx="26060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11887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72200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Открой сайт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99632" y="2450592"/>
            <a:ext cx="4572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432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Сканируй QR с адресом сайта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9632" y="2953512"/>
            <a:ext cx="4572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Или введи IP вручную: 192.168.x.x:8000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9632" y="3456432"/>
            <a:ext cx="4572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438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Войди и записывайся на смены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773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4645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Сервер определяет IP автоматически. Все устройства в одной WiFi-сети видят сайт мгновенно.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Ролевая система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187452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41832"/>
            <a:ext cx="420624" cy="420624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Волонтёр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1289304"/>
            <a:ext cx="1828800" cy="201168"/>
          </a:xfrm>
          <a:prstGeom prst="roundRect">
            <a:avLst>
              <a:gd name="adj" fmla="val 18182"/>
            </a:avLst>
          </a:prstGeom>
          <a:solidFill>
            <a:srgbClr val="4F46E5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46E5"/>
                </a:solidFill>
              </a:rPr>
              <a:t>Основная роль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1600200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5636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Просмотр расписания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19476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911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Запись на смены / Отмена (до −24 ч)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2295144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258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Свой список смен + QR-коды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50592" y="1600200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5636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Предпочитаемые направления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1947672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5184" y="1911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Фото-аватар и имя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50592" y="2295144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15184" y="2258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Чат с Лотосом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8686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868680"/>
            <a:ext cx="64008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941832"/>
            <a:ext cx="420624" cy="420624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941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93792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Лидер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93792" y="1289304"/>
            <a:ext cx="1828800" cy="201168"/>
          </a:xfrm>
          <a:prstGeom prst="roundRect">
            <a:avLst>
              <a:gd name="adj" fmla="val 18182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</a:rPr>
              <a:t>Руководитель направления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36592" y="1600200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15636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Список дней своего направления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36592" y="1947672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1911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Смены и кол-во записавшихся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295144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2258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Отметка явки: ✓ Пришёл / ✗ Нет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56832" y="1600200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21424" y="15636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QR-сканер для отметки (фото)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56832" y="1947672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1911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Чат и журнал активности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56832" y="2295144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21424" y="2258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Отмена записей без ограничений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29260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2926080"/>
            <a:ext cx="64008" cy="1874520"/>
          </a:xfrm>
          <a:prstGeom prst="rect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2999232"/>
            <a:ext cx="420624" cy="420624"/>
          </a:xfrm>
          <a:prstGeom prst="ellipse">
            <a:avLst/>
          </a:prstGeom>
          <a:solidFill>
            <a:srgbClr val="9333E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33EA"/>
                </a:solidFill>
              </a:rPr>
              <a:t>✿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87552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Лотос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87552" y="3346704"/>
            <a:ext cx="1828800" cy="201168"/>
          </a:xfrm>
          <a:prstGeom prst="roundRect">
            <a:avLst>
              <a:gd name="adj" fmla="val 18182"/>
            </a:avLst>
          </a:prstGeom>
          <a:solidFill>
            <a:srgbClr val="9333E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3346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33EA"/>
                </a:solidFill>
              </a:rPr>
              <a:t>Координатор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0352" y="3657600"/>
            <a:ext cx="118872" cy="1188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" y="36210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Расписание целиком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0352" y="4005072"/>
            <a:ext cx="118872" cy="1188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" y="3968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Чат с каждым волонтёром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" y="4352544"/>
            <a:ext cx="118872" cy="1188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Бейдж непрочитанных сообщений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50592" y="3657600"/>
            <a:ext cx="118872" cy="1188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15184" y="36210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Журнал активности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450592" y="4005072"/>
            <a:ext cx="118872" cy="1188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15184" y="3968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Просмотр профилей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50592" y="4352544"/>
            <a:ext cx="118872" cy="1188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15184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Отмена записей без ограничений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0" y="29260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72000" y="2926080"/>
            <a:ext cx="64008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9160" y="2999232"/>
            <a:ext cx="420624" cy="420624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⚙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193792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Админ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193792" y="3346704"/>
            <a:ext cx="1828800" cy="201168"/>
          </a:xfrm>
          <a:prstGeom prst="roundRect">
            <a:avLst>
              <a:gd name="adj" fmla="val 18182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93792" y="3346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Полный доступ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36592" y="3657600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01184" y="36210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Управление пользователями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36592" y="4005072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01184" y="3968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Импорт из Excel (пользователи)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736592" y="4352544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01184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Загрузка расписания из Excel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656832" y="3657600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21424" y="36210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Редактор слотов и направлений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656832" y="4005072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21424" y="3968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Цветовая тема для всех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656832" y="4352544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21424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Экспорт расписания дня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Расписание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6B6D4"/>
                </a:solidFill>
              </a:rPr>
              <a:t>в реальном времени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54864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88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Прогресс-бар заполненности по каждому направлению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840480" cy="54864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47088"/>
            <a:ext cx="54864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470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Обновление у всех одновременно — без перезагрузки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3840480" cy="54864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05456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5054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Защита от двойной записи и превышения лимита в день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840480" cy="54864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63824"/>
            <a:ext cx="5486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638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Предпочитаемые направления идут первыми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3840480" cy="54864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22192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221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Фильтрация по датам и направлениям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01168"/>
            <a:ext cx="388620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011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Расписание  ·  11 июля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658368"/>
            <a:ext cx="388620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Лотос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731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33EA"/>
                </a:solidFill>
              </a:rPr>
              <a:t>17/20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56048" y="1069848"/>
            <a:ext cx="3657600" cy="1280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069848"/>
            <a:ext cx="310896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мест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463040"/>
            <a:ext cx="388620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Кухня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12/20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56048" y="1874520"/>
            <a:ext cx="3657600" cy="1280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1874520"/>
            <a:ext cx="219456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1993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 мест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2267712"/>
            <a:ext cx="388620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Охрана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2340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15/15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56048" y="2679192"/>
            <a:ext cx="3657600" cy="1280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6048" y="2679192"/>
            <a:ext cx="3657600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7980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Мест нет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3072384"/>
            <a:ext cx="388620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145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Встреча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0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6/20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56048" y="3483864"/>
            <a:ext cx="3657600" cy="1280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56048" y="3483864"/>
            <a:ext cx="109728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36027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 мест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3877056"/>
            <a:ext cx="388620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Уборка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32320" y="3950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9/20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56048" y="4288536"/>
            <a:ext cx="3657600" cy="1280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56048" y="4288536"/>
            <a:ext cx="164592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4407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 мест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Отметка явки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QR-сканирование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292608" cy="29260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Волонтёр показывает QR из профиля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682496"/>
            <a:ext cx="9144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292608" cy="29260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Лидер нажимает кнопку сканера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167128"/>
            <a:ext cx="9144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59152"/>
            <a:ext cx="292608" cy="29260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359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Открывается нативная камера Android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651760"/>
            <a:ext cx="9144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43784"/>
            <a:ext cx="292608" cy="29260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8437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Делает фото QR-кода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136392"/>
            <a:ext cx="9144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328416"/>
            <a:ext cx="292608" cy="29260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3284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Сервер читает QR через OpenCV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21024"/>
            <a:ext cx="9144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813048"/>
            <a:ext cx="292608" cy="29260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813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Явка отмечена автоматически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8686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868680"/>
            <a:ext cx="40233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Статистика смены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298448"/>
            <a:ext cx="12984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84064" y="1389888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63440" y="175564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663440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Пришли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07608" y="1298448"/>
            <a:ext cx="12984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28232" y="1389888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07608" y="175564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007608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Не пришли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51776" y="1298448"/>
            <a:ext cx="12984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0" y="1389888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?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351776" y="175564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351776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Не отмечены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74320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2743200"/>
            <a:ext cx="402336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Ручная отметка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773168" y="3246120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3218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Карточка каждого волонтёра с аватаром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73168" y="3602736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56048" y="3575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Кнопки ✓ Пришёл / ✗ Не пришёл / ↺ Сброс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73168" y="395935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56048" y="3931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Время отметки сохраняется автоматически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73168" y="431596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56048" y="42885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Кольцо вокруг аватара меняет цвет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Встроенный чат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084FC"/>
                </a:solidFill>
              </a:rPr>
              <a:t>Лотос ↔ Волонтёры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7498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749808"/>
          </a:xfrm>
          <a:prstGeom prst="rect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Личные диалоги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Каждый волонтёр имеет отдельный чат с Лотосом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023360" cy="7498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11680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Бейдж непрочитанных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Счётчик на иконке навбара обновляется каждые 5 сек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023360" cy="7498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0360"/>
            <a:ext cx="54864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Моментальная отправка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Сообщение уходит без перезагрузки страницы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4023360" cy="7498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4904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Статус прочтения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069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Фиксируется когда открыт диалог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01168"/>
            <a:ext cx="3977640" cy="4645152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01168"/>
            <a:ext cx="397764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74320"/>
            <a:ext cx="347472" cy="3474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✿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9512" y="274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Лотос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9512" y="457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онлайн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86868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3B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9235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Привет! Не забудь прийти на смену в 10:00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37760" y="13258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84FC"/>
                </a:solidFill>
              </a:rPr>
              <a:t>09:45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217920" y="1709928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764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Да, буду! Уже еду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167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18CF8"/>
                </a:solidFill>
              </a:rPr>
              <a:t>09:52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46320" y="2551176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3B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Отлично! Возьми с собой бейдж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0" y="30083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84FC"/>
                </a:solidFill>
              </a:rPr>
              <a:t>09:53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217920" y="3392424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447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Хорошо, спасибо за напоминание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09360" y="3849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18CF8"/>
                </a:solidFill>
              </a:rPr>
              <a:t>09:58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754880" y="4434840"/>
            <a:ext cx="3977640" cy="41148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462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Написать сообщение...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75320" y="4480560"/>
            <a:ext cx="320040" cy="3200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Панель администратора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987552"/>
            <a:ext cx="347472" cy="347472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●●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9784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Управление пользователями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490472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53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Создание, редактирование, удаление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83794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01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Блокировка аккаунта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185416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Назначение роли и направления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8686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68680"/>
            <a:ext cx="2651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987552"/>
            <a:ext cx="347472" cy="347472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9784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Импорт из Excel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149047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453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Пользователи: логин, пароль, роль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183794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801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Расписание: дата, время, вместимость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18541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Обновление существующих слотов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8686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868680"/>
            <a:ext cx="2651760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987552"/>
            <a:ext cx="347472" cy="347472"/>
          </a:xfrm>
          <a:prstGeom prst="ellipse">
            <a:avLst/>
          </a:prstGeom>
          <a:solidFill>
            <a:srgbClr val="9333E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3EA"/>
                </a:solidFill>
              </a:rPr>
              <a:t>✎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9784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33EA"/>
                </a:solidFill>
              </a:rPr>
              <a:t>Редактор слотов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1490472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453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Добавление/удаление направлений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1837944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801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Создание слотов прямо в браузере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2185416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Изменение вместимости смен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27889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278892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2907792"/>
            <a:ext cx="347472" cy="347472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▲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" y="28986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Экспорт расписания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341071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Выгрузка в Excel по дате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37581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Список волонтёров каждой смены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41056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QR-коды для отметки явки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0" y="27889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0" y="278892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10128" y="2907792"/>
            <a:ext cx="347472" cy="34747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0128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◆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703320" y="28986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Цветовые темы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337560" y="34107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7 палитр на выбор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37560" y="37581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Меняется у всех пользователей сразу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37560" y="41056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Тёмная тема на каждом устройстве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35040" y="27889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35040" y="278892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44768" y="2907792"/>
            <a:ext cx="347472" cy="347472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≡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37960" y="28986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Журнал активности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172200" y="34107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Все записи и отмены с временем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72200" y="375818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Кто снял кого с какой смены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72200" y="41056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Фильтр по датам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Живое тестирование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Реальные данные из сессии с волонтёрами в локальной сети WiFi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196596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920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207008"/>
            <a:ext cx="457200" cy="4572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●●●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Устройств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одновременно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920240" cy="196596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9728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207008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246888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Успешных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записей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1920240" cy="196596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9728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07008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457200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Отмен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записей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1097280"/>
            <a:ext cx="1920240" cy="1965960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109728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1207008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667512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Ошибок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сервера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246120"/>
            <a:ext cx="8412480" cy="438912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337560"/>
            <a:ext cx="201168" cy="201168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337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■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" y="32461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11 неудачных попыток входа — некорректные пароли, все отклонены корректно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767328"/>
            <a:ext cx="8412480" cy="438912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858768"/>
            <a:ext cx="201168" cy="201168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58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◆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" y="37673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Конкурентная запись: двое одновременно — первый занял слот, второй получил «Мест нет»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288536"/>
            <a:ext cx="8412480" cy="438912"/>
          </a:xfrm>
          <a:prstGeom prst="rect">
            <a:avLst/>
          </a:prstGeom>
          <a:solidFill>
            <a:srgbClr val="1E2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379976"/>
            <a:ext cx="201168" cy="201168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379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●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" y="428853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4721 запрос обработано без единого краша, все ответы 200 OK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Преимущества и ограничения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02336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Преимущества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1673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Работает без интернета — всё на ноутбуке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40233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7568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1109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Не нужно ничего устанавливать на телефон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7004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0545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Реальное время — данные обновляются у всех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81528"/>
            <a:ext cx="40233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6440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09981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Данные хранятся локально, не передаются никуда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8587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69417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Бесплатно — нет подписок и облачных сервисов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70248"/>
            <a:ext cx="40233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45312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28853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Тёмная тема и 7 цветовых палитр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841248"/>
            <a:ext cx="40233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8412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Ограничения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29844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4813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131673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Нет HTTPS — камера работает через фото, не видеопоток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892808"/>
            <a:ext cx="402336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07568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191109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Если выключить ноутбук — все теряют доступ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48716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26700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250545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Нет push-уведомлений и звука для новых сообщений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081528"/>
            <a:ext cx="402336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26440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309981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Нет восстановления пароля — только через админа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6758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38587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38928" y="369417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Нет offline-режима — нужен WiFi-сигнал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270248"/>
            <a:ext cx="402336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44531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38928" y="428853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SQLite не масштабируется на тысячи пользователей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5029200" cy="5029200"/>
          </a:xfrm>
          <a:prstGeom prst="ellipse">
            <a:avLst/>
          </a:prstGeom>
          <a:solidFill>
            <a:srgbClr val="4F46E5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HatiApp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</a:rPr>
              <a:t>готов к работе на вашем мероприятии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8803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008376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2880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Офлайн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8803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22192" y="3008376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2880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Любой браузер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8803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3008376"/>
            <a:ext cx="128016" cy="12801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2880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5 ролей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3832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36192" y="351129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19072" y="33832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Реальное время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33832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22192" y="3511296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33832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Локальные данные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3832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8192" y="351129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33832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7 тем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HatiApp  ·  Система управления волонтёрскими сменами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HatiApp Presentation</dc:title>
  <dc:subject>PptxGenJS Presentation</dc:subject>
  <dc:creator>PptxGenJS</dc:creator>
  <cp:lastModifiedBy>PptxGenJS</cp:lastModifiedBy>
  <cp:revision>1</cp:revision>
  <dcterms:created xsi:type="dcterms:W3CDTF">2026-04-20T12:32:22Z</dcterms:created>
  <dcterms:modified xsi:type="dcterms:W3CDTF">2026-04-20T12:32:22Z</dcterms:modified>
</cp:coreProperties>
</file>